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the decision is not 'is the model good enough'. It is 'how much traffic are we willing to expose to a confidently wrong answer'. Those are different questions and only the second has a dollar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fourth stat is the one to dwell on: unknown requests answered confidently generate no ticket and no alert. Deflection dashboards look excellent while this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Threshold selected on validation (0.525), reported on test. The test-optimal would have been 0.5 — a $1,636 difference. Small gap = stable choice, not a tuned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lead with. It pre-empts the 'why not use a better model' question by having already measured the ceiling on what a better model could possibly be worth.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Delivered value is 75% of the achievable ceiling. Against the pitch it reads as a shortfall; against what is possible it is most of the available value. That reframing is the difference between a cancelled program and an extended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gate in the memo has a number and a defined action if the number is missed. A gate that cannot fail is not a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92% that wasn't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731520" y="22402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support-automation business case gets wrong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why the routing rule beat the model by 4x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8862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CLINC150 intent benchmark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5,500 held-out requests · 150 supported intents · 1,000 requests the system was never built to handle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Payton Nguyen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demo number is not the queue number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D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measure the world the system was built for. Live queues do not.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F4F6FB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4028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92.4%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2461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D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supported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D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— the demo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F4F6FB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224028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75.6%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66160" y="32461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D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 once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D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requests arrive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F4F6FB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24028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55080" y="32461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D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traffic outside every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D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intent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182880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F4F6FB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6840" y="224028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9.3%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144000" y="32461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D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answered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D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confidently anyway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about the model changed between the first two numbers. The queue just got realistic — and a request the assistant was never designed for is answered wrong before it is read.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rule, 2.4x the value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D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classifier, same traffic. The only change is when the assistant declines to answer.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0" y="1874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6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with no human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269480" y="1874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6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when it did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09760" y="1874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6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per 100k contacts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BF6EA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28600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everything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22860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269480" y="22860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75.6%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09760" y="22860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$148,473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EEF6F2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33756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 below 0.53 confidence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333756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269480" y="333756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95.1%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09760" y="333756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$359,891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+$211,418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routing rule — no change to the model, no retraining, no new vendor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automation is not a disaster — it is positive, which is exactly why it survives review meetings. It simply captures 41% of what is available.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the interventions before buying any of them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D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instinct in an AI program is to spend on model quality. Here it is the fourth-best use of the next dollar.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 abstention threshold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677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6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rule — no model work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993392"/>
            <a:ext cx="5120640" cy="566928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6960" y="199339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+$211k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classifier flawless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5021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6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unreachable ideal, not an upgrade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3227832"/>
            <a:ext cx="1202214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48534" y="322783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+$50k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every unsupported request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7365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6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scoping and abstention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4462272"/>
            <a:ext cx="612997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59317" y="446227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+$25k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 is deliberately unfair to the model and it still loses: "flawless" means zero errors, which no model achieves. Any real system — including a frontier LLM — lands below that ceiling, so the ranking holds by construction.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business-case number is unreachable in principle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D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outside the supported set have to reach a human. That is not a model problem.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as submitted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1396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6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contact automated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0" y="1883664"/>
            <a:ext cx="5303520" cy="548640"/>
          </a:xfrm>
          <a:prstGeom prst="rect">
            <a:avLst/>
          </a:prstGeom>
          <a:solidFill>
            <a:srgbClr val="868C96"/>
          </a:solidFill>
          <a:ln w="12700">
            <a:solidFill>
              <a:srgbClr val="868C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6960" y="188366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$588k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ceiling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0998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6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flawless model AND flawless abstention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2843784"/>
            <a:ext cx="4319565" cy="548640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83005" y="284378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$479k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operating point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05993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6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model, threshold tuned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0" y="3803904"/>
            <a:ext cx="3246069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9509" y="380390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$360k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7091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everything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50200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6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model, no abstention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0" y="4764024"/>
            <a:ext cx="1339163" cy="5486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02603" y="476402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$148k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submitted case overstates the physical maximum by 23%, before a line of code is written. Restating it is what keeps the program from being killed at the first review.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assumed, and what would change the answer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D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inputs are not in the data. They are declared and swept, not buried.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Human-handled contact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520440" y="1828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$6.00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617720" y="1828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6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loaded, per digital contact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57860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AI-handled contact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257860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$0.12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257860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6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plus platform, amortised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328416"/>
            <a:ext cx="5577840" cy="640080"/>
          </a:xfrm>
          <a:prstGeom prst="roundRect">
            <a:avLst>
              <a:gd name="adj" fmla="val 11429"/>
            </a:avLst>
          </a:prstGeom>
          <a:solidFill>
            <a:srgbClr val="FBF6EA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328416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Confidently wrong answer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3328416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$12.00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17720" y="3328416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68C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rework, goodwill, churn — the contested one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92240" y="1828800"/>
            <a:ext cx="5029200" cy="2231136"/>
          </a:xfrm>
          <a:prstGeom prst="roundRect">
            <a:avLst>
              <a:gd name="adj" fmla="val 409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break-even that reframes the debate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20840" y="23774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$18.08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720840" y="31546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bad answer — above this, automating everything destroys value outright, while the thresholded policy simply gets more cautious and stays positive.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2976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Unknown-traffic rate is the assumption to measure, not argue about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617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falls almost linearly: $467k at 0% · $349k at 20% · $231k at 40%. Sampling a few hundred contacts settles it in a day.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can usually tell you whether a wrong answer costs them more or less than $18 even when they cannot give you a point estimate. That is a more useful question than asking for the number directly.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D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— with abstention on day one, not deferred to a later phase.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with abstention from the start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52160" y="1828800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D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on a labelled sample of our own traffic. The rule is where most of the value is.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0662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06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615184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unknown-traffic rate first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52160" y="2615184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D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the case is most sensitive to, and among the cheapest to measure.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93008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93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40156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the silent failure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52160" y="3401568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D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9.3% of unsupported requests are answered confidently. No ticket, no alert.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27939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279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418795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thresholds per domain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52160" y="4187952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D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varies 14x across domains at one threshold — home vs auto and commute.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06577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065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497433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fund a model upgrade first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52160" y="4974336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D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Fourth-best use of the next dollar, behind routing, measurement and instrumentation.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0 is not a formality: sample 500 contacts and measure the real unknown-traffic rate. It is the cheapest way to discover the program is worth less than proposed — and it happens before the build.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Support Automation — Executive Summary</dc:title>
  <dc:subject>PptxGenJS Presentation</dc:subject>
  <dc:creator>Payton Nguyen</dc:creator>
  <cp:lastModifiedBy>Payton Nguyen</cp:lastModifiedBy>
  <cp:revision>1</cp:revision>
  <dcterms:created xsi:type="dcterms:W3CDTF">2026-08-01T02:29:30Z</dcterms:created>
  <dcterms:modified xsi:type="dcterms:W3CDTF">2026-08-01T02:29:30Z</dcterms:modified>
</cp:coreProperties>
</file>